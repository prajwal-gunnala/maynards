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Consolas"/>
              </a:rPr>
              <a:t>6.6 tokens per second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Consolas"/>
              </a:rPr>
              <a:t>4 KB per word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Consolas"/>
              </a:rPr>
              <a:t>internet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Your model has to fit in memory.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A MODEL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A8ACA1"/>
                </a:solidFill>
                <a:latin typeface="Consolas"/>
              </a:rPr>
              <a:t>0.64 GB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A8ACA1"/>
                </a:solidFill>
                <a:latin typeface="Consolas"/>
              </a:rPr>
              <a:t>4.7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A8ACA1"/>
                </a:solidFill>
                <a:latin typeface="Consolas"/>
              </a:rPr>
              <a:t>12.1 GB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A DEVICE HAS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A8ACA1"/>
                </a:solidFill>
                <a:latin typeface="Consolas"/>
              </a:rPr>
              <a:t>about 4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A8ACA1"/>
                </a:solidFill>
                <a:latin typeface="Consolas"/>
              </a:rPr>
              <a:t>about 8.7 GB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A8ACA1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71766C"/>
                </a:solidFill>
                <a:latin typeface="Consolas"/>
              </a:rPr>
              <a:t>13%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0.6B  2 of 15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1.7B  7 of 15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71766C"/>
                </a:solidFill>
                <a:latin typeface="Consolas"/>
              </a:rPr>
              <a:t>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30B  18.6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02 · 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Put the devices together and run the big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035808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291839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any Android phone, any laptop, any GGUF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86791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776472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032503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it reads free memory, heat, battery and link speed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6085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517136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773167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the 18.6 GB of weights never move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34924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257800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513831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in a sentence you can read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08990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99846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Nothing leaves your devices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6254495"/>
            <a:ext cx="63459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the demo runs with the internet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16368" y="3035808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08976" y="33101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8976" y="3657600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One word goes through all 48 layers, then comes 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56816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368296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8895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3145536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3465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Layers 0–22 · 9.19 GB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194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1922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7650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3377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9105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4832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90560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6288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015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7743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3470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69198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84926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0653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6381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2108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7836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35640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92916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950192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107468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64744" y="3721608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28853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93208" y="2368296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76088" y="28895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Layers 23–42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6088" y="31272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7.53 GB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76088" y="34198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276088" y="34765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276088" y="35332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276088" y="35899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276088" y="36466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276088" y="370331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276088" y="376000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276088" y="381670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276088" y="387339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276088" y="393008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276088" y="398677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404346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410016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415685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421354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427023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4326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4383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4440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4497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76088" y="46268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keeps its layers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96328" y="2368296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379208" y="288950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Layers 43–47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79208" y="312724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2.04 GB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79208" y="34198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379208" y="34765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379208" y="35332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379208" y="35899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379208" y="36466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79208" y="46268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ready in 70 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253728" y="2368296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09760" y="259689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09760" y="287121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one pass, in order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3172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509760" y="3447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3749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509760" y="4023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of weights never move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09760" y="4325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09760" y="4599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over the USB cable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66928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6384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6384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from live memory, heat, battery and link speed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44314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63770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63770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121700" y="5202936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41156" y="5367528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41156" y="5660136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04 · WHAT WE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Three things made it slow. We fixed all three.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956816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1766C"/>
                </a:solidFill>
                <a:latin typeface="Segoe UI"/>
              </a:rPr>
              <a:t>Loading the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4314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0346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1766C"/>
                </a:solidFill>
                <a:latin typeface="Segoe UI"/>
              </a:rPr>
              <a:t>A split it has not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346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0346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1700" y="2322576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7732" y="252374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1766C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7732" y="2852928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7732" y="3465576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37176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05663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AND THE 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54955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540410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562813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so only a few KB cross per 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61127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602132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24535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one bad spike cannot throw out a good device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19088" y="549554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540410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562813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11.4 to 5.3 tokens/s as the phone goes 34.6 to 47.5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9088" y="61127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6021324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6245351"/>
            <a:ext cx="4882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each answer says which device produced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05 · WHEN TO USE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will not fit. Not otherwise.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944368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182112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6941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60273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826763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this is the whole reason it exists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34797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256532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4480559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nothing is uploaded, and the demo runs offline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00176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10328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134355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phones, laptops, anything with memory to spare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6555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55641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88151"/>
            <a:ext cx="4605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there is no bill, however many times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2944368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3182112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DO NOT USE IT WHEN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7327" y="3694176"/>
            <a:ext cx="118872" cy="19050"/>
          </a:xfrm>
          <a:prstGeom prst="rect">
            <a:avLst/>
          </a:prstGeom>
          <a:solidFill>
            <a:srgbClr val="71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5071" y="3602736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5071" y="381304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07327" y="4242815"/>
            <a:ext cx="118872" cy="19050"/>
          </a:xfrm>
          <a:prstGeom prst="rect">
            <a:avLst/>
          </a:prstGeom>
          <a:solidFill>
            <a:srgbClr val="71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5071" y="4151375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5071" y="436168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4791456"/>
            <a:ext cx="118872" cy="19050"/>
          </a:xfrm>
          <a:prstGeom prst="rect">
            <a:avLst/>
          </a:prstGeom>
          <a:solidFill>
            <a:srgbClr val="71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5071" y="4700016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5071" y="491032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5340095"/>
            <a:ext cx="118872" cy="19050"/>
          </a:xfrm>
          <a:prstGeom prst="rect">
            <a:avLst/>
          </a:prstGeom>
          <a:solidFill>
            <a:srgbClr val="71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5248655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5071" y="545896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You change a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Tap: review my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WHY PEOPLE KEEP 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49606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486918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52943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20293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AND IT NEVER LEAVES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07327" y="49606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45071" y="486918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07327" y="52943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45071" y="520293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07 ·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measured it. We did not guess.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6038770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8" y="4114800"/>
            <a:ext cx="1371600" cy="36576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7856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71766C"/>
                </a:solidFill>
                <a:latin typeface="Consolas"/>
              </a:rPr>
              <a:t>13%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laptop alone, 0.6B
2 of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A8ACA1"/>
                </a:solidFill>
                <a:latin typeface="Consolas"/>
              </a:rPr>
              <a:t>20.9 tok/s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laptop alone, 1.7B
7 of 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A8ACA1"/>
                </a:solidFill>
                <a:latin typeface="Consolas"/>
              </a:rPr>
              <a:t>8.6 tok/s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888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split over two, 1.7B
7 of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A8ACA1"/>
                </a:solidFill>
                <a:latin typeface="Consolas"/>
              </a:rPr>
              <a:t>7.4 tok/s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0018" y="2377440"/>
            <a:ext cx="4744748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THIS SHOWS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is three times better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2082" y="3257550"/>
            <a:ext cx="39583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13% becomes 47% on the same problems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4338" y="383362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2082" y="3742182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costs a little speed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92082" y="3982212"/>
            <a:ext cx="39583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8.6 becomes 7.4 words a second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338" y="45582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2082" y="4466844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2082" y="4946904"/>
            <a:ext cx="395836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the split got the same 8 wrong as the single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4338" y="475488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 That is the trade.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08 · WHAT EXISTS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642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18688" y="16642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7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IT LEAVES TO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4825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a16z backed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18688" y="204825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Rents out idle Macs and pays their owners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7" y="204825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One whole model per Mac. Never a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62432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862072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47k stars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688" y="262432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Splits a model across your Macs and Linux 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7" y="262432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The phone is not a real device in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00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38144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peer reviewed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688" y="32004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7" y="32004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0.83 words a second. Dead since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77647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14216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we build on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8688" y="37764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Runs layers on another machine over a socket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7" y="377647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You type the addresses by hand. Nothing decides.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352544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590288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and the 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18688" y="4352544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7" y="435254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If it does not fit, you do not run 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8912" y="4837176"/>
            <a:ext cx="11313871" cy="65836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28616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166360"/>
            <a:ext cx="2560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what we built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492861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5007" y="492861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Nothing. No product and no paper does this.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each one checked against its own source,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09 · 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memory, not speed.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A8ACA1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662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427482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480060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WHAT A CUSTOMER BUYS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8ACA1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AND TWO MORE WAYS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A8ACA1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10 ·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already runs. This is not a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28726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19582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phones held 9.6 GB of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60502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51358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92277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83133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24053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14909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Three coding questions, all correct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76631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467487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98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71766C"/>
                </a:solidFill>
                <a:latin typeface="Consolas"/>
              </a:rPr>
              <a:t>Cable at 2–3 ms · context 4096 · laptop capped at 8 GB · 27 September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BUILT IN THE WINDOW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38090" y="226771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00346" y="26769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8090" y="258546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00346" y="29946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38090" y="290322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0346" y="352044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38090" y="342900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00346" y="40462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38090" y="3954780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0346" y="436397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8090" y="4272534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346" y="468172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8090" y="459028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Segoe UI"/>
              </a:rPr>
              <a:t>Every commit timestamped. Nothing pre-built.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IF SOMETHING GOES WRONG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refused above 60 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3380" y="310896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it comes back by itself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we ask it what it has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every read is checked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MeshAI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0116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089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A8ACA1"/>
                </a:solidFill>
                <a:latin typeface="Segoe UI"/>
              </a:rPr>
              <a:t>A big model, on the devices you already own, with the internet switched 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8756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Yuva Raj Ambati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756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1766C"/>
                </a:solidFill>
                <a:latin typeface="Consolas"/>
              </a:rPr>
              <a:t>every number here is in that 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30B across three devices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870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870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048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6.6 words a second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226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226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internet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Team Maynards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1766C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