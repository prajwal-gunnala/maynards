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8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0" y="0"/>
                </a:moveTo>
                <a:lnTo>
                  <a:pt x="28346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265688" y="3429000"/>
            <a:ext cx="2454870" cy="1417320"/>
          </a:xfrm>
          <a:custGeom>
            <a:avLst/>
            <a:gdLst/>
            <a:ahLst/>
            <a:cxnLst/>
            <a:rect l="l" t="t" r="r" b="b"/>
            <a:pathLst>
              <a:path w="2454870" h="1417320">
                <a:moveTo>
                  <a:pt x="0" y="0"/>
                </a:moveTo>
                <a:lnTo>
                  <a:pt x="245487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6568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0" y="0"/>
                </a:moveTo>
                <a:lnTo>
                  <a:pt x="141732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265688" y="342900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0"/>
                </a:moveTo>
                <a:lnTo>
                  <a:pt x="0" y="28346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84836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1417320" y="0"/>
                </a:moveTo>
                <a:lnTo>
                  <a:pt x="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0817" y="342900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0"/>
                </a:moveTo>
                <a:lnTo>
                  <a:pt x="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43104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283464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810817" y="201168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141732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848367" y="974129"/>
            <a:ext cx="1417321" cy="2454871"/>
          </a:xfrm>
          <a:custGeom>
            <a:avLst/>
            <a:gdLst/>
            <a:ahLst/>
            <a:cxnLst/>
            <a:rect l="l" t="t" r="r" b="b"/>
            <a:pathLst>
              <a:path w="1417321" h="2454871">
                <a:moveTo>
                  <a:pt x="1417321" y="2454871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265688" y="59436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28346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265688" y="974129"/>
            <a:ext cx="1417320" cy="2454871"/>
          </a:xfrm>
          <a:custGeom>
            <a:avLst/>
            <a:gdLst/>
            <a:ahLst/>
            <a:cxnLst/>
            <a:rect l="l" t="t" r="r" b="b"/>
            <a:pathLst>
              <a:path w="1417320" h="2454871">
                <a:moveTo>
                  <a:pt x="0" y="2454871"/>
                </a:moveTo>
                <a:lnTo>
                  <a:pt x="141732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265688" y="2011679"/>
            <a:ext cx="2454870" cy="1417321"/>
          </a:xfrm>
          <a:custGeom>
            <a:avLst/>
            <a:gdLst/>
            <a:ahLst/>
            <a:cxnLst/>
            <a:rect l="l" t="t" r="r" b="b"/>
            <a:pathLst>
              <a:path w="2454870" h="1417321">
                <a:moveTo>
                  <a:pt x="0" y="1417321"/>
                </a:moveTo>
                <a:lnTo>
                  <a:pt x="245487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557028" y="2720340"/>
            <a:ext cx="1417320" cy="1417320"/>
          </a:xfrm>
          <a:custGeom>
            <a:avLst/>
            <a:gdLst/>
            <a:ahLst/>
            <a:cxnLst/>
            <a:rect l="l" t="t" r="r" b="b"/>
            <a:pathLst>
              <a:path w="1417320" h="1417320">
                <a:moveTo>
                  <a:pt x="1417320" y="708660"/>
                </a:moveTo>
                <a:lnTo>
                  <a:pt x="1322377" y="1062990"/>
                </a:lnTo>
                <a:lnTo>
                  <a:pt x="1062990" y="1322377"/>
                </a:lnTo>
                <a:lnTo>
                  <a:pt x="708660" y="1417320"/>
                </a:lnTo>
                <a:lnTo>
                  <a:pt x="354330" y="1322377"/>
                </a:lnTo>
                <a:lnTo>
                  <a:pt x="94942" y="1062990"/>
                </a:lnTo>
                <a:lnTo>
                  <a:pt x="0" y="708660"/>
                </a:lnTo>
                <a:lnTo>
                  <a:pt x="94942" y="354330"/>
                </a:lnTo>
                <a:lnTo>
                  <a:pt x="354330" y="94942"/>
                </a:lnTo>
                <a:lnTo>
                  <a:pt x="708660" y="0"/>
                </a:lnTo>
                <a:lnTo>
                  <a:pt x="1062990" y="94942"/>
                </a:lnTo>
                <a:lnTo>
                  <a:pt x="1322377" y="354329"/>
                </a:lnTo>
                <a:lnTo>
                  <a:pt x="1417320" y="70866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848368" y="2011680"/>
            <a:ext cx="2834640" cy="2834640"/>
          </a:xfrm>
          <a:custGeom>
            <a:avLst/>
            <a:gdLst/>
            <a:ahLst/>
            <a:cxnLst/>
            <a:rect l="l" t="t" r="r" b="b"/>
            <a:pathLst>
              <a:path w="2834640" h="2834640">
                <a:moveTo>
                  <a:pt x="2834640" y="1417320"/>
                </a:moveTo>
                <a:lnTo>
                  <a:pt x="2644755" y="2125980"/>
                </a:lnTo>
                <a:lnTo>
                  <a:pt x="2125980" y="2644755"/>
                </a:lnTo>
                <a:lnTo>
                  <a:pt x="1417320" y="2834640"/>
                </a:lnTo>
                <a:lnTo>
                  <a:pt x="708660" y="2644755"/>
                </a:lnTo>
                <a:lnTo>
                  <a:pt x="189884" y="2125980"/>
                </a:lnTo>
                <a:lnTo>
                  <a:pt x="0" y="1417320"/>
                </a:lnTo>
                <a:lnTo>
                  <a:pt x="189884" y="708660"/>
                </a:lnTo>
                <a:lnTo>
                  <a:pt x="708660" y="189884"/>
                </a:lnTo>
                <a:lnTo>
                  <a:pt x="1417320" y="0"/>
                </a:lnTo>
                <a:lnTo>
                  <a:pt x="2125980" y="189884"/>
                </a:lnTo>
                <a:lnTo>
                  <a:pt x="2644755" y="708659"/>
                </a:lnTo>
                <a:lnTo>
                  <a:pt x="2834640" y="141731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139708" y="1303020"/>
            <a:ext cx="4251960" cy="4251960"/>
          </a:xfrm>
          <a:custGeom>
            <a:avLst/>
            <a:gdLst/>
            <a:ahLst/>
            <a:cxnLst/>
            <a:rect l="l" t="t" r="r" b="b"/>
            <a:pathLst>
              <a:path w="4251960" h="4251960">
                <a:moveTo>
                  <a:pt x="4251960" y="2125980"/>
                </a:moveTo>
                <a:lnTo>
                  <a:pt x="3967132" y="3188970"/>
                </a:lnTo>
                <a:lnTo>
                  <a:pt x="3188970" y="3967132"/>
                </a:lnTo>
                <a:lnTo>
                  <a:pt x="2125980" y="4251960"/>
                </a:lnTo>
                <a:lnTo>
                  <a:pt x="1062990" y="3967132"/>
                </a:lnTo>
                <a:lnTo>
                  <a:pt x="284827" y="3188970"/>
                </a:lnTo>
                <a:lnTo>
                  <a:pt x="0" y="2125980"/>
                </a:lnTo>
                <a:lnTo>
                  <a:pt x="284827" y="1062990"/>
                </a:lnTo>
                <a:lnTo>
                  <a:pt x="1062989" y="284827"/>
                </a:lnTo>
                <a:lnTo>
                  <a:pt x="2125980" y="0"/>
                </a:lnTo>
                <a:lnTo>
                  <a:pt x="3188970" y="284827"/>
                </a:lnTo>
                <a:lnTo>
                  <a:pt x="3967132" y="1062989"/>
                </a:lnTo>
                <a:lnTo>
                  <a:pt x="4251960" y="21259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431048" y="594360"/>
            <a:ext cx="5669280" cy="5669280"/>
          </a:xfrm>
          <a:custGeom>
            <a:avLst/>
            <a:gdLst/>
            <a:ahLst/>
            <a:cxnLst/>
            <a:rect l="l" t="t" r="r" b="b"/>
            <a:pathLst>
              <a:path w="5669280" h="5669280">
                <a:moveTo>
                  <a:pt x="5669280" y="2834640"/>
                </a:moveTo>
                <a:lnTo>
                  <a:pt x="5289510" y="4251960"/>
                </a:lnTo>
                <a:lnTo>
                  <a:pt x="4251960" y="5289510"/>
                </a:lnTo>
                <a:lnTo>
                  <a:pt x="2834640" y="5669280"/>
                </a:lnTo>
                <a:lnTo>
                  <a:pt x="1417320" y="5289510"/>
                </a:lnTo>
                <a:lnTo>
                  <a:pt x="379769" y="4251960"/>
                </a:lnTo>
                <a:lnTo>
                  <a:pt x="0" y="2834640"/>
                </a:lnTo>
                <a:lnTo>
                  <a:pt x="379769" y="1417320"/>
                </a:lnTo>
                <a:lnTo>
                  <a:pt x="1417319" y="379769"/>
                </a:lnTo>
                <a:lnTo>
                  <a:pt x="2834640" y="0"/>
                </a:lnTo>
                <a:lnTo>
                  <a:pt x="4251960" y="379769"/>
                </a:lnTo>
                <a:lnTo>
                  <a:pt x="5289510" y="1417319"/>
                </a:lnTo>
                <a:lnTo>
                  <a:pt x="5669280" y="28346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813071" y="3020509"/>
            <a:ext cx="452617" cy="408491"/>
          </a:xfrm>
          <a:custGeom>
            <a:avLst/>
            <a:gdLst/>
            <a:ahLst/>
            <a:cxnLst/>
            <a:rect l="l" t="t" r="r" b="b"/>
            <a:pathLst>
              <a:path w="452617" h="408491">
                <a:moveTo>
                  <a:pt x="452617" y="408491"/>
                </a:moveTo>
                <a:lnTo>
                  <a:pt x="181047" y="0"/>
                </a:lnTo>
                <a:lnTo>
                  <a:pt x="0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604733" y="3186661"/>
            <a:ext cx="660955" cy="242339"/>
          </a:xfrm>
          <a:custGeom>
            <a:avLst/>
            <a:gdLst/>
            <a:ahLst/>
            <a:cxnLst/>
            <a:rect l="l" t="t" r="r" b="b"/>
            <a:pathLst>
              <a:path w="660955" h="242339">
                <a:moveTo>
                  <a:pt x="660955" y="242339"/>
                </a:moveTo>
                <a:lnTo>
                  <a:pt x="264382" y="0"/>
                </a:lnTo>
                <a:lnTo>
                  <a:pt x="0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612577" y="3382728"/>
            <a:ext cx="653111" cy="337083"/>
          </a:xfrm>
          <a:custGeom>
            <a:avLst/>
            <a:gdLst/>
            <a:ahLst/>
            <a:cxnLst/>
            <a:rect l="l" t="t" r="r" b="b"/>
            <a:pathLst>
              <a:path w="653111" h="337083">
                <a:moveTo>
                  <a:pt x="653111" y="46272"/>
                </a:moveTo>
                <a:lnTo>
                  <a:pt x="261244" y="0"/>
                </a:lnTo>
                <a:lnTo>
                  <a:pt x="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8834037" y="3429000"/>
            <a:ext cx="431651" cy="549776"/>
          </a:xfrm>
          <a:custGeom>
            <a:avLst/>
            <a:gdLst/>
            <a:ahLst/>
            <a:cxnLst/>
            <a:rect l="l" t="t" r="r" b="b"/>
            <a:pathLst>
              <a:path w="431651" h="549776">
                <a:moveTo>
                  <a:pt x="431651" y="0"/>
                </a:moveTo>
                <a:lnTo>
                  <a:pt x="172660" y="115581"/>
                </a:lnTo>
                <a:lnTo>
                  <a:pt x="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265688" y="3020509"/>
            <a:ext cx="452616" cy="408491"/>
          </a:xfrm>
          <a:custGeom>
            <a:avLst/>
            <a:gdLst/>
            <a:ahLst/>
            <a:cxnLst/>
            <a:rect l="l" t="t" r="r" b="b"/>
            <a:pathLst>
              <a:path w="452616" h="408491">
                <a:moveTo>
                  <a:pt x="0" y="408491"/>
                </a:moveTo>
                <a:lnTo>
                  <a:pt x="271569" y="0"/>
                </a:lnTo>
                <a:lnTo>
                  <a:pt x="452616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265688" y="3186661"/>
            <a:ext cx="660954" cy="242339"/>
          </a:xfrm>
          <a:custGeom>
            <a:avLst/>
            <a:gdLst/>
            <a:ahLst/>
            <a:cxnLst/>
            <a:rect l="l" t="t" r="r" b="b"/>
            <a:pathLst>
              <a:path w="660954" h="242339">
                <a:moveTo>
                  <a:pt x="0" y="242339"/>
                </a:moveTo>
                <a:lnTo>
                  <a:pt x="396572" y="0"/>
                </a:lnTo>
                <a:lnTo>
                  <a:pt x="660954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265688" y="3382728"/>
            <a:ext cx="653110" cy="337083"/>
          </a:xfrm>
          <a:custGeom>
            <a:avLst/>
            <a:gdLst/>
            <a:ahLst/>
            <a:cxnLst/>
            <a:rect l="l" t="t" r="r" b="b"/>
            <a:pathLst>
              <a:path w="653110" h="337083">
                <a:moveTo>
                  <a:pt x="0" y="46272"/>
                </a:moveTo>
                <a:lnTo>
                  <a:pt x="391866" y="0"/>
                </a:lnTo>
                <a:lnTo>
                  <a:pt x="65311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265688" y="3429000"/>
            <a:ext cx="431650" cy="549776"/>
          </a:xfrm>
          <a:custGeom>
            <a:avLst/>
            <a:gdLst/>
            <a:ahLst/>
            <a:cxnLst/>
            <a:rect l="l" t="t" r="r" b="b"/>
            <a:pathLst>
              <a:path w="431650" h="549776">
                <a:moveTo>
                  <a:pt x="0" y="0"/>
                </a:moveTo>
                <a:lnTo>
                  <a:pt x="258990" y="115581"/>
                </a:lnTo>
                <a:lnTo>
                  <a:pt x="43165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32516" y="3305556"/>
            <a:ext cx="466344" cy="46634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3041" y="3080613"/>
            <a:ext cx="285292" cy="285292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 · IQOO HACKATHON 2026 · DEVELOPER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28600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0EFE9"/>
                </a:solidFill>
                <a:latin typeface="Segoe UI"/>
              </a:rPr>
              <a:t>MeshAI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290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F0EFE9"/>
                </a:solidFill>
                <a:latin typeface="Segoe UI"/>
              </a:rPr>
              <a:t>Run big models on the devices you already own.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A 30B model across one laptop and two phones. No cloud. No internet.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2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6.6 tokens per second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63056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4 KB per word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0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internet 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Prajwal Gunnala · Yuva Raj Ambati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27 September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01 · 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A 30B model needs 18.6 GB of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If it does not fit, you cannot run it. So people run small models, and small models get it wrong.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MODEL NEEDS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98094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0.6B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29809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0.64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364992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8B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336499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4.7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74904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gpt-oss 20B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37490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12.1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13308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Qwen3-Coder 30B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4207" y="4133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18.6 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663440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DEVICE HAS 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02920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budget 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5567" y="50292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4 GB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35838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One 16 GB 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5567" y="5358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8.7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three together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5567" y="56875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SMALL MODELS GET IT WRONG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7327" y="2926080"/>
            <a:ext cx="48431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We asked three setups the same 15 coding problems and ran their answers against the tests.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90207" y="4937760"/>
            <a:ext cx="1051560" cy="27432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6268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588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 2 of 15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7526" y="4251960"/>
            <a:ext cx="1051560" cy="96012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7526" y="39410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33206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 7 of 15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24847" y="3931920"/>
            <a:ext cx="1051560" cy="1280160"/>
          </a:xfrm>
          <a:prstGeom prst="roundRect">
            <a:avLst>
              <a:gd name="adj" fmla="val 4000"/>
            </a:avLst>
          </a:prstGeom>
          <a:solidFill>
            <a:srgbClr val="0B0C0B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4847" y="36210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052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30B  18.6 GB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measured 27 September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So how do you run a model
that does not fit?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02 · 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Phones and a laptop, as one machine.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device plans and answers. The others hold part of the model. Your tools do not change.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56032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468880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in one cluster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97963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88197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One device decides who holds what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9895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07514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Only about 4 KB crosses the cable per word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81827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726831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It says no when a device would slow you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2468880"/>
            <a:ext cx="4108399" cy="29260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8976" y="2743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PHONE IS NOT AN ACCESSORY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6" y="3090672"/>
            <a:ext cx="352318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 phone can be the host: it plans the split, runs the model and answers.
Every other system treats a phone as a client that asks a server.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app · host role or helper role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03 ·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Layers split across the devices.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801368"/>
            <a:ext cx="411480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19933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THIS LAPTOP · THE 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3225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Embeddings and output head stay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2578608"/>
            <a:ext cx="3639312" cy="182880"/>
          </a:xfrm>
          <a:prstGeom prst="roundRect">
            <a:avLst>
              <a:gd name="adj" fmla="val 18000"/>
            </a:avLst>
          </a:prstGeom>
          <a:solidFill>
            <a:srgbClr val="2C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986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0–19 · 8.3 GB in 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922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7650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43377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9105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4832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60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6288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22015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37743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53470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198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926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00653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16381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2108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7836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3564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9291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372160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Plans the split · serves one endpoint · reads the model file once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93208" y="1801368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76088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6088" y="23225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20–33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7608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5.7 GB in use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6088" y="2852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76088" y="2909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276088" y="2966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276088" y="3023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276088" y="307969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276088" y="313638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76088" y="319308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276088" y="324977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76088" y="330646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276088" y="33631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276088" y="34198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76088" y="34765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276088" y="35332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76088" y="35899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76088" y="40599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keeps its layers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96328" y="1801368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79208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79208" y="23225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34–47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7920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5.1 GB in use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79208" y="2852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79208" y="2909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79208" y="2966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379208" y="3023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379208" y="307969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379208" y="313638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379208" y="319308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379208" y="324977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379208" y="330646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379208" y="33631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79208" y="34198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379208" y="34765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379208" y="35332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79208" y="35899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79208" y="40599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ready in 70 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253728" y="1801368"/>
            <a:ext cx="2371039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09760" y="20299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48 layers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9760" y="23042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one pass, in order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09760" y="26060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5FD68A"/>
                </a:solidFill>
                <a:latin typeface="Consolas"/>
              </a:rPr>
              <a:t>4 KB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09760" y="28803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crosses each cable, per word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31821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18.6 GB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09760" y="3456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of weights never move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09760" y="37581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2–3 ms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09760" y="40325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over the USB cable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6384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host decides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6384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from live memory, battery and link speed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44314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63770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phone never sees your prompt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63770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gets numbers, computes, sends numbers back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121700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41156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head stays home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41156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which is why only kilobytes cross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configuration we measured on 27 September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04 · WHAT WE FIXED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Loading went from 517 s to 70 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Loading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517 s  →  70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It was reading the file in scattered pieces. Now it reads it once, start to finish.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4314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0346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A split it has not 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346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437 s  →  70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0346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Each device now keeps its own layers, checked against the original file.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1700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7732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First word in a long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7732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slow  →  fast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7732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conversation slot, so the chat stays in cache instead of being read again.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270248"/>
            <a:ext cx="11057839" cy="1691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4897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492861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83717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head stays on the 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540149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310051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take the middle ping, not the average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492861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483717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tested it hot, not cold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9088" y="540149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2" y="5310051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Photos and text on two phones at 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every figure in docs/measurements.md, with its conditions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05 · WHEN TO USE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Use it when the model does not fit.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It is worth knowing where this helps, because it is the same thing as knowing where it does not.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USE IT WHEN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1272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035808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model will not fit on one device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36366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545259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work cannot leave your devices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414615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054710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have devices sitting idle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465560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56416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run it often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2377440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DO NOT USE IT WHEN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127248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5071" y="303580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model already fits one device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5071" y="324612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splitting would only make it slower, and the app refuses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3675887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5071" y="358444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want the fastest possible answer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5071" y="3794759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word crosses the cable once, so a cloud is quicker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7327" y="4224528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5071" y="413308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Your data is free to leave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5071" y="434340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then a cloud API is cheaper per word, and we say 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07327" y="4773167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45071" y="468172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need a stranger's phone to be private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5071" y="4892039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only claim privacy across devices one owner controls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app itself refuses the cases on the right, in words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06 · WHAT YOU DO WITH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Review your code before you commit.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tap on the phone. The answer comes from a 30B model running on your own devices.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laptop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change a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393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996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942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phone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42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Tap: review my changes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7697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mesh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30B across three devices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001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6604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550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550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 your phone, in seconds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WHY PEOPLE KEEP 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4535424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It installs as a git hook, in one command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" y="528000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" y="518856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Every commit gets read before it lands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No bill, however many times you run 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7327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IT NEVER LEAVES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7327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5071" y="4535424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Internet off. No account. No upload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07327" y="5008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45071" y="4916859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code stays on the desk it was written 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07327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45071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Also: review a file, or write its tests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 review · mesh tests · mesh diff · git pre-commit hook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Does splitting it
make the answers worse?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07 · 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13% to 100%, on the same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Same 15 coding problems for every setup. We ran each answer against its own tests. Right or wrong, nothing in between.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6038770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" y="4389120"/>
            <a:ext cx="1097280" cy="22860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0599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70916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alone
2 of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1846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20.9 tok/s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803904"/>
            <a:ext cx="1097280" cy="813816"/>
          </a:xfrm>
          <a:prstGeom prst="roundRect">
            <a:avLst>
              <a:gd name="adj" fmla="val 18000"/>
            </a:avLst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0008" y="3474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69C90"/>
                </a:solidFill>
                <a:latin typeface="Consolas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470916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alone
7 of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51846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8.6 tok/s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7328" y="3803904"/>
            <a:ext cx="1097280" cy="813816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474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78BFA"/>
                </a:solidFill>
                <a:latin typeface="Consolas"/>
              </a:rPr>
              <a:t>47%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470916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split
7 of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51846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7.4 tok/s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648" y="2880360"/>
            <a:ext cx="1097280" cy="17373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84648" y="25511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5FD68A"/>
                </a:solidFill>
                <a:latin typeface="Consolas"/>
              </a:rPr>
              <a:t>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470916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30B split
15 of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51846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6.8 tok/s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80018" y="2377440"/>
            <a:ext cx="4744748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4338" y="26151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THIS SHOWS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54338" y="310896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92082" y="3017520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bigger model gets it right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54338" y="365629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92082" y="3564853"/>
            <a:ext cx="39583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does not change the answers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54338" y="44583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92082" y="4366912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Only the split can run the 30B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54338" y="5120640"/>
            <a:ext cx="41961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Speed drops a little. Accuracy jumps a lot.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button in the app runs this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08 · LITERATURE SURVEY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Nobody else pools phone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6642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16642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8" y="166420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WHY IT IS NOT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29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Petals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2402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2209.01188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0299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A public swarm of volunteer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8" y="20299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0.83 words a second, across continents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87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prima.cpp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6974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2504.08791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487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 model across a home cluster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8" y="24871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Leaves phones out on 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9443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EdgeShard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1546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2405.14371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9443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across edge devices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29443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Jetsons and servers, not phones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01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exo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118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github, 47k stars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34015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across your Macs and Linux boxes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34015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A phone is not a real device in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587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Darkbloom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0690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Eigen Labs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38587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Rents idle Macs and pays the owners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8" y="38587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whole model per Mac. Never a phone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315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llama.cpp RPC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5262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we build on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1568" y="43159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Runs layers on another machine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82128" y="43159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type the split by hand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773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Ollama, LM Studio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9834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4773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Great on one machine, one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8" y="47731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If it does not fit, you cannot run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8912" y="5340096"/>
            <a:ext cx="11313871" cy="566928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FD68A"/>
                </a:solidFill>
                <a:latin typeface="Segoe UI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549554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together. It decides who holds what, and says no when it should.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 search of arXiv for multi-phone inference returns nothing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Who pays for this,
and what are they buying?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09 · THE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rent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The models are open and free. What people do not have is the memory to hold them. A phone in a drawer is cheap memory.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FLEET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People give us a phone they no longer use. We keep it, and pay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404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74904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Racked and plugged in, in our hands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45965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368219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No battery to ruin, no pocket to leave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07883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98739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We buy no hardware. They earn from a drawer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100 old phones is about 800 GB of memory.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4314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0346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CUSTOMER BUYS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0346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Enough memory to hold the model they want to run.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0346" y="37490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8B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794" y="3749040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6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0346" y="41330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20B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8794" y="4133088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13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00346" y="45171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30B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8794" y="4517136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346" y="490118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70B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8794" y="4901184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45 GB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0346" y="525780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Bigger model, more memory, higher tier.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1700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7732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TWO MORE WAYS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7732" y="301752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Their own devices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7732" y="3310128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a lab or a campus turns its idle phones into a private cloud. Sold per site.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7732" y="4069079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Licensed to a phone maker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7732" y="4361687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two phones are worth more together than apart, which is a reason to own the second.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7732" y="5166360"/>
            <a:ext cx="29910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That last buyer is in this room.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open models · the memory is the scarce part, and that is what we sell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10 ·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It ran this weekend.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WHAT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Segoe UI"/>
              </a:rPr>
              <a:t>Qwen3-Coder 30B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6148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267004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18.6 GB across a laptop and two phones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38066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289227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phones held 10.8 GB of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9984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3908406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Ready in 70 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64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" y="4272859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6.6 words a second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7287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6373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15 of 15 coding problems solved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3479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" y="5256491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Internet off the whole time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4314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0346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BUILT IN THE WINDOW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00346" y="23591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8090" y="22677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llama.cpp built for phones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00346" y="29783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38090" y="2886891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app: host and helper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00346" y="334278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38090" y="3251344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laptop agent and its panel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00346" y="396196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8090" y="3870523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Our own model reader and planner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00346" y="458114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38090" y="448970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layer store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00346" y="4945595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38090" y="4854155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test harness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00346" y="53100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38090" y="5218608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CLI and the git hook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21700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77732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IF SOMETHING GOES WRONG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77732" y="22860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Slow link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33380" y="22860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refused above 60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7732" y="26974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Phone short of memory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33380" y="269748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reserve, and you can cap 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7732" y="31089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device drops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77732" y="3520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Engine missing a flag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33380" y="352044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ask it what it has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77732" y="3931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Bad model file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33380" y="393192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read is checked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7732" y="43434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strange machine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33380" y="43434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one button checks everything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77732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It says no before it disappoints you.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two 16 GB phones and one budget laptop · nothing else was bought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11 · HOW WE BUILT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One laptop drove both phones.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Through iQOO Office Kit, the bridge between the laptop and the phones while we built and tested.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3503066" cy="20116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57860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REMOTE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5292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0EFE9"/>
                </a:solidFill>
                <a:latin typeface="Segoe UI"/>
              </a:rPr>
              <a:t>Phones on the laptop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42900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337560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Mirror each phone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77647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368503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Mouse and keys on the phone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12394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032504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No reaching over mid-test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4314" y="2377440"/>
            <a:ext cx="3503066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00346" y="257860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FILE TRANSFER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0346" y="285292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0EFE9"/>
                </a:solidFill>
                <a:latin typeface="Segoe UI"/>
              </a:rPr>
              <a:t>The 18.6 GB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00346" y="342900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38090" y="3337560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Sent through Office Kit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346" y="377647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38090" y="368503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Same checksum on the phone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00346" y="412394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8090" y="4032504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Once per phone, then kept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1700" y="2377440"/>
            <a:ext cx="3503066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7732" y="257860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TESTING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7732" y="285292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0EFE9"/>
                </a:solidFill>
                <a:latin typeface="Segoe UI"/>
              </a:rPr>
              <a:t>Every screen, remotely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7732" y="342900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15476" y="3337560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Scan to join, Helper screen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77732" y="377647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15476" y="368503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Light and dark, Speed card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7732" y="412394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15476" y="4032504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Heat during a 30B run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572000"/>
            <a:ext cx="11057839" cy="14173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47548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MOVING 18.6 GB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47548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OFFICE KIT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53328" y="47548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ADB PUSH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96528" y="47548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IN-APP DOWNLOAD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50474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EFE9"/>
                </a:solidFill>
                <a:latin typeface="Segoe UI"/>
              </a:rPr>
              <a:t>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0128" y="50474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8B84B"/>
                </a:solidFill>
                <a:latin typeface="Consolas"/>
              </a:rPr>
              <a:t>[fill in]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53328" y="50474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8B84B"/>
                </a:solidFill>
                <a:latin typeface="Consolas"/>
              </a:rPr>
              <a:t>[fill in]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96528" y="504748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Consolas"/>
              </a:rPr>
              <a:t>~13 min · 24 MB/s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53400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EFE9"/>
                </a:solidFill>
                <a:latin typeface="Segoe UI"/>
              </a:rPr>
              <a:t>Needs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10128" y="53400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Office Kit on both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53328" y="53400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USB debugging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96528" y="53400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the app, same network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63270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EFE9"/>
                </a:solidFill>
                <a:latin typeface="Segoe UI"/>
              </a:rPr>
              <a:t>Best for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0128" y="563270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files, testing by hand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53328" y="563270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scripts and logs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96528" y="563270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users, no tools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in-app measured 26 Sep · the others to be timed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753356" y="3291840"/>
            <a:ext cx="2468880" cy="0"/>
          </a:xfrm>
          <a:custGeom>
            <a:avLst/>
            <a:gdLst/>
            <a:ahLst/>
            <a:cxnLst/>
            <a:rect l="l" t="t" r="r" b="b"/>
            <a:pathLst>
              <a:path w="2468880" h="0">
                <a:moveTo>
                  <a:pt x="0" y="0"/>
                </a:moveTo>
                <a:lnTo>
                  <a:pt x="246888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753356" y="3291840"/>
            <a:ext cx="2138112" cy="1234440"/>
          </a:xfrm>
          <a:custGeom>
            <a:avLst/>
            <a:gdLst/>
            <a:ahLst/>
            <a:cxnLst/>
            <a:rect l="l" t="t" r="r" b="b"/>
            <a:pathLst>
              <a:path w="2138112" h="1234440">
                <a:moveTo>
                  <a:pt x="0" y="0"/>
                </a:moveTo>
                <a:lnTo>
                  <a:pt x="2138112" y="12344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53356" y="3291840"/>
            <a:ext cx="1234440" cy="2138112"/>
          </a:xfrm>
          <a:custGeom>
            <a:avLst/>
            <a:gdLst/>
            <a:ahLst/>
            <a:cxnLst/>
            <a:rect l="l" t="t" r="r" b="b"/>
            <a:pathLst>
              <a:path w="1234440" h="2138112">
                <a:moveTo>
                  <a:pt x="0" y="0"/>
                </a:moveTo>
                <a:lnTo>
                  <a:pt x="1234440" y="2138112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753356" y="3291840"/>
            <a:ext cx="0" cy="2468880"/>
          </a:xfrm>
          <a:custGeom>
            <a:avLst/>
            <a:gdLst/>
            <a:ahLst/>
            <a:cxnLst/>
            <a:rect l="l" t="t" r="r" b="b"/>
            <a:pathLst>
              <a:path w="0" h="2468880">
                <a:moveTo>
                  <a:pt x="0" y="0"/>
                </a:moveTo>
                <a:lnTo>
                  <a:pt x="0" y="246888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518916" y="3291840"/>
            <a:ext cx="1234440" cy="2138112"/>
          </a:xfrm>
          <a:custGeom>
            <a:avLst/>
            <a:gdLst/>
            <a:ahLst/>
            <a:cxnLst/>
            <a:rect l="l" t="t" r="r" b="b"/>
            <a:pathLst>
              <a:path w="1234440" h="2138112">
                <a:moveTo>
                  <a:pt x="1234440" y="0"/>
                </a:moveTo>
                <a:lnTo>
                  <a:pt x="0" y="2138112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15243" y="3291840"/>
            <a:ext cx="2138113" cy="1234440"/>
          </a:xfrm>
          <a:custGeom>
            <a:avLst/>
            <a:gdLst/>
            <a:ahLst/>
            <a:cxnLst/>
            <a:rect l="l" t="t" r="r" b="b"/>
            <a:pathLst>
              <a:path w="2138113" h="1234440">
                <a:moveTo>
                  <a:pt x="2138113" y="0"/>
                </a:moveTo>
                <a:lnTo>
                  <a:pt x="0" y="12344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284476" y="3291840"/>
            <a:ext cx="2468880" cy="0"/>
          </a:xfrm>
          <a:custGeom>
            <a:avLst/>
            <a:gdLst/>
            <a:ahLst/>
            <a:cxnLst/>
            <a:rect l="l" t="t" r="r" b="b"/>
            <a:pathLst>
              <a:path w="2468880" h="0">
                <a:moveTo>
                  <a:pt x="246888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7615243" y="2057400"/>
            <a:ext cx="2138113" cy="1234440"/>
          </a:xfrm>
          <a:custGeom>
            <a:avLst/>
            <a:gdLst/>
            <a:ahLst/>
            <a:cxnLst/>
            <a:rect l="l" t="t" r="r" b="b"/>
            <a:pathLst>
              <a:path w="2138113" h="1234440">
                <a:moveTo>
                  <a:pt x="2138113" y="12344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18915" y="1153727"/>
            <a:ext cx="1234441" cy="2138113"/>
          </a:xfrm>
          <a:custGeom>
            <a:avLst/>
            <a:gdLst/>
            <a:ahLst/>
            <a:cxnLst/>
            <a:rect l="l" t="t" r="r" b="b"/>
            <a:pathLst>
              <a:path w="1234441" h="2138113">
                <a:moveTo>
                  <a:pt x="1234441" y="2138113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753356" y="822960"/>
            <a:ext cx="0" cy="2468880"/>
          </a:xfrm>
          <a:custGeom>
            <a:avLst/>
            <a:gdLst/>
            <a:ahLst/>
            <a:cxnLst/>
            <a:rect l="l" t="t" r="r" b="b"/>
            <a:pathLst>
              <a:path w="0" h="2468880">
                <a:moveTo>
                  <a:pt x="0" y="246888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753356" y="1153727"/>
            <a:ext cx="1234440" cy="2138113"/>
          </a:xfrm>
          <a:custGeom>
            <a:avLst/>
            <a:gdLst/>
            <a:ahLst/>
            <a:cxnLst/>
            <a:rect l="l" t="t" r="r" b="b"/>
            <a:pathLst>
              <a:path w="1234440" h="2138113">
                <a:moveTo>
                  <a:pt x="0" y="2138113"/>
                </a:moveTo>
                <a:lnTo>
                  <a:pt x="12344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753356" y="2057399"/>
            <a:ext cx="2138112" cy="1234441"/>
          </a:xfrm>
          <a:custGeom>
            <a:avLst/>
            <a:gdLst/>
            <a:ahLst/>
            <a:cxnLst/>
            <a:rect l="l" t="t" r="r" b="b"/>
            <a:pathLst>
              <a:path w="2138112" h="1234441">
                <a:moveTo>
                  <a:pt x="0" y="1234441"/>
                </a:moveTo>
                <a:lnTo>
                  <a:pt x="2138112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136136" y="2674620"/>
            <a:ext cx="1234440" cy="1234440"/>
          </a:xfrm>
          <a:custGeom>
            <a:avLst/>
            <a:gdLst/>
            <a:ahLst/>
            <a:cxnLst/>
            <a:rect l="l" t="t" r="r" b="b"/>
            <a:pathLst>
              <a:path w="1234440" h="1234440">
                <a:moveTo>
                  <a:pt x="1234440" y="617220"/>
                </a:moveTo>
                <a:lnTo>
                  <a:pt x="1151748" y="925830"/>
                </a:lnTo>
                <a:lnTo>
                  <a:pt x="925830" y="1151748"/>
                </a:lnTo>
                <a:lnTo>
                  <a:pt x="617220" y="1234440"/>
                </a:lnTo>
                <a:lnTo>
                  <a:pt x="308610" y="1151748"/>
                </a:lnTo>
                <a:lnTo>
                  <a:pt x="82691" y="925830"/>
                </a:lnTo>
                <a:lnTo>
                  <a:pt x="0" y="617220"/>
                </a:lnTo>
                <a:lnTo>
                  <a:pt x="82691" y="308610"/>
                </a:lnTo>
                <a:lnTo>
                  <a:pt x="308610" y="82691"/>
                </a:lnTo>
                <a:lnTo>
                  <a:pt x="617220" y="0"/>
                </a:lnTo>
                <a:lnTo>
                  <a:pt x="925830" y="82691"/>
                </a:lnTo>
                <a:lnTo>
                  <a:pt x="1151748" y="308609"/>
                </a:lnTo>
                <a:lnTo>
                  <a:pt x="1234440" y="61722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518916" y="2057400"/>
            <a:ext cx="2468880" cy="2468880"/>
          </a:xfrm>
          <a:custGeom>
            <a:avLst/>
            <a:gdLst/>
            <a:ahLst/>
            <a:cxnLst/>
            <a:rect l="l" t="t" r="r" b="b"/>
            <a:pathLst>
              <a:path w="2468880" h="2468880">
                <a:moveTo>
                  <a:pt x="2468880" y="1234440"/>
                </a:moveTo>
                <a:lnTo>
                  <a:pt x="2303496" y="1851660"/>
                </a:lnTo>
                <a:lnTo>
                  <a:pt x="1851660" y="2303496"/>
                </a:lnTo>
                <a:lnTo>
                  <a:pt x="1234440" y="2468880"/>
                </a:lnTo>
                <a:lnTo>
                  <a:pt x="617220" y="2303496"/>
                </a:lnTo>
                <a:lnTo>
                  <a:pt x="165383" y="1851660"/>
                </a:lnTo>
                <a:lnTo>
                  <a:pt x="0" y="1234440"/>
                </a:lnTo>
                <a:lnTo>
                  <a:pt x="165383" y="617220"/>
                </a:lnTo>
                <a:lnTo>
                  <a:pt x="617220" y="165383"/>
                </a:lnTo>
                <a:lnTo>
                  <a:pt x="1234440" y="0"/>
                </a:lnTo>
                <a:lnTo>
                  <a:pt x="1851660" y="165383"/>
                </a:lnTo>
                <a:lnTo>
                  <a:pt x="2303496" y="617219"/>
                </a:lnTo>
                <a:lnTo>
                  <a:pt x="2468880" y="12344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901696" y="1440180"/>
            <a:ext cx="3703320" cy="3703320"/>
          </a:xfrm>
          <a:custGeom>
            <a:avLst/>
            <a:gdLst/>
            <a:ahLst/>
            <a:cxnLst/>
            <a:rect l="l" t="t" r="r" b="b"/>
            <a:pathLst>
              <a:path w="3703320" h="3703320">
                <a:moveTo>
                  <a:pt x="3703320" y="1851660"/>
                </a:moveTo>
                <a:lnTo>
                  <a:pt x="3455244" y="2777490"/>
                </a:lnTo>
                <a:lnTo>
                  <a:pt x="2777490" y="3455244"/>
                </a:lnTo>
                <a:lnTo>
                  <a:pt x="1851660" y="3703320"/>
                </a:lnTo>
                <a:lnTo>
                  <a:pt x="925830" y="3455244"/>
                </a:lnTo>
                <a:lnTo>
                  <a:pt x="248075" y="2777490"/>
                </a:lnTo>
                <a:lnTo>
                  <a:pt x="0" y="1851660"/>
                </a:lnTo>
                <a:lnTo>
                  <a:pt x="248075" y="925830"/>
                </a:lnTo>
                <a:lnTo>
                  <a:pt x="925830" y="248075"/>
                </a:lnTo>
                <a:lnTo>
                  <a:pt x="1851660" y="0"/>
                </a:lnTo>
                <a:lnTo>
                  <a:pt x="2777490" y="248075"/>
                </a:lnTo>
                <a:lnTo>
                  <a:pt x="3455244" y="925829"/>
                </a:lnTo>
                <a:lnTo>
                  <a:pt x="3703320" y="185165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284476" y="822960"/>
            <a:ext cx="4937760" cy="4937760"/>
          </a:xfrm>
          <a:custGeom>
            <a:avLst/>
            <a:gdLst/>
            <a:ahLst/>
            <a:cxnLst/>
            <a:rect l="l" t="t" r="r" b="b"/>
            <a:pathLst>
              <a:path w="4937760" h="4937760">
                <a:moveTo>
                  <a:pt x="4937760" y="2468880"/>
                </a:moveTo>
                <a:lnTo>
                  <a:pt x="4606992" y="3703320"/>
                </a:lnTo>
                <a:lnTo>
                  <a:pt x="3703320" y="4606992"/>
                </a:lnTo>
                <a:lnTo>
                  <a:pt x="2468880" y="4937760"/>
                </a:lnTo>
                <a:lnTo>
                  <a:pt x="1234440" y="4606992"/>
                </a:lnTo>
                <a:lnTo>
                  <a:pt x="330767" y="3703320"/>
                </a:lnTo>
                <a:lnTo>
                  <a:pt x="0" y="2468880"/>
                </a:lnTo>
                <a:lnTo>
                  <a:pt x="330767" y="1234440"/>
                </a:lnTo>
                <a:lnTo>
                  <a:pt x="1234439" y="330767"/>
                </a:lnTo>
                <a:lnTo>
                  <a:pt x="2468880" y="0"/>
                </a:lnTo>
                <a:lnTo>
                  <a:pt x="3703320" y="330767"/>
                </a:lnTo>
                <a:lnTo>
                  <a:pt x="4606992" y="1234439"/>
                </a:lnTo>
                <a:lnTo>
                  <a:pt x="4937760" y="24688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210216" y="2801651"/>
            <a:ext cx="543140" cy="490189"/>
          </a:xfrm>
          <a:custGeom>
            <a:avLst/>
            <a:gdLst/>
            <a:ahLst/>
            <a:cxnLst/>
            <a:rect l="l" t="t" r="r" b="b"/>
            <a:pathLst>
              <a:path w="543140" h="490189">
                <a:moveTo>
                  <a:pt x="543140" y="490189"/>
                </a:moveTo>
                <a:lnTo>
                  <a:pt x="217256" y="0"/>
                </a:lnTo>
                <a:lnTo>
                  <a:pt x="0" y="14370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960211" y="3001034"/>
            <a:ext cx="793145" cy="290806"/>
          </a:xfrm>
          <a:custGeom>
            <a:avLst/>
            <a:gdLst/>
            <a:ahLst/>
            <a:cxnLst/>
            <a:rect l="l" t="t" r="r" b="b"/>
            <a:pathLst>
              <a:path w="793145" h="290806">
                <a:moveTo>
                  <a:pt x="793145" y="290806"/>
                </a:moveTo>
                <a:lnTo>
                  <a:pt x="317258" y="0"/>
                </a:lnTo>
                <a:lnTo>
                  <a:pt x="0" y="2633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969623" y="3236314"/>
            <a:ext cx="783733" cy="404499"/>
          </a:xfrm>
          <a:custGeom>
            <a:avLst/>
            <a:gdLst/>
            <a:ahLst/>
            <a:cxnLst/>
            <a:rect l="l" t="t" r="r" b="b"/>
            <a:pathLst>
              <a:path w="783733" h="404499">
                <a:moveTo>
                  <a:pt x="783733" y="55526"/>
                </a:moveTo>
                <a:lnTo>
                  <a:pt x="313493" y="0"/>
                </a:lnTo>
                <a:lnTo>
                  <a:pt x="0" y="40449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235375" y="3291840"/>
            <a:ext cx="517981" cy="659731"/>
          </a:xfrm>
          <a:custGeom>
            <a:avLst/>
            <a:gdLst/>
            <a:ahLst/>
            <a:cxnLst/>
            <a:rect l="l" t="t" r="r" b="b"/>
            <a:pathLst>
              <a:path w="517981" h="659731">
                <a:moveTo>
                  <a:pt x="517981" y="0"/>
                </a:moveTo>
                <a:lnTo>
                  <a:pt x="207192" y="138698"/>
                </a:lnTo>
                <a:lnTo>
                  <a:pt x="0" y="6597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753356" y="2801651"/>
            <a:ext cx="543139" cy="490189"/>
          </a:xfrm>
          <a:custGeom>
            <a:avLst/>
            <a:gdLst/>
            <a:ahLst/>
            <a:cxnLst/>
            <a:rect l="l" t="t" r="r" b="b"/>
            <a:pathLst>
              <a:path w="543139" h="490189">
                <a:moveTo>
                  <a:pt x="0" y="490189"/>
                </a:moveTo>
                <a:lnTo>
                  <a:pt x="325883" y="0"/>
                </a:lnTo>
                <a:lnTo>
                  <a:pt x="543139" y="14370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753356" y="3001034"/>
            <a:ext cx="793144" cy="290806"/>
          </a:xfrm>
          <a:custGeom>
            <a:avLst/>
            <a:gdLst/>
            <a:ahLst/>
            <a:cxnLst/>
            <a:rect l="l" t="t" r="r" b="b"/>
            <a:pathLst>
              <a:path w="793144" h="290806">
                <a:moveTo>
                  <a:pt x="0" y="290806"/>
                </a:moveTo>
                <a:lnTo>
                  <a:pt x="475886" y="0"/>
                </a:lnTo>
                <a:lnTo>
                  <a:pt x="793144" y="2633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753356" y="3236314"/>
            <a:ext cx="783732" cy="404499"/>
          </a:xfrm>
          <a:custGeom>
            <a:avLst/>
            <a:gdLst/>
            <a:ahLst/>
            <a:cxnLst/>
            <a:rect l="l" t="t" r="r" b="b"/>
            <a:pathLst>
              <a:path w="783732" h="404499">
                <a:moveTo>
                  <a:pt x="0" y="55526"/>
                </a:moveTo>
                <a:lnTo>
                  <a:pt x="470239" y="0"/>
                </a:lnTo>
                <a:lnTo>
                  <a:pt x="783732" y="40449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753356" y="3291840"/>
            <a:ext cx="517980" cy="659731"/>
          </a:xfrm>
          <a:custGeom>
            <a:avLst/>
            <a:gdLst/>
            <a:ahLst/>
            <a:cxnLst/>
            <a:rect l="l" t="t" r="r" b="b"/>
            <a:pathLst>
              <a:path w="517980" h="659731">
                <a:moveTo>
                  <a:pt x="0" y="0"/>
                </a:moveTo>
                <a:lnTo>
                  <a:pt x="310788" y="138698"/>
                </a:lnTo>
                <a:lnTo>
                  <a:pt x="517980" y="6597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73549" y="3143707"/>
            <a:ext cx="559612" cy="559612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82180" y="2873776"/>
            <a:ext cx="342351" cy="342351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4884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800" b="1">
                <a:solidFill>
                  <a:srgbClr val="F0EFE9"/>
                </a:solidFill>
                <a:latin typeface="Segoe UI"/>
              </a:rPr>
              <a:t>Thank you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33756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400" b="0">
                <a:solidFill>
                  <a:srgbClr val="C2C6BC"/>
                </a:solidFill>
                <a:latin typeface="Segoe UI"/>
              </a:rPr>
              <a:t>A big model, on the devices you already own,
with the internet switched off.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80060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Prajwal Gunnala   ·   Yuva Raj Ambati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25780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github.com/prajwal-gunnala/maynards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iQOO Hackathon 2026 · Developer Tools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